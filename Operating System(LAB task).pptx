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60" r:id="rId4"/>
    <p:sldId id="261" r:id="rId5"/>
    <p:sldId id="259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4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0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1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91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7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35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16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94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21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5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58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31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61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2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917A849-FFFF-460C-B7DE-C3D3F1AD33BD}" type="datetimeFigureOut">
              <a:rPr lang="en-US" smtClean="0"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7E081DF-B8D0-48FB-B82D-5404ED1C9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5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9B7A3-8ADB-F93A-9CF1-E9CF61ECB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Operating System(LAB)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A1E8C-018A-63D6-3895-68BE4B369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Name			:		Fahad Ullah</a:t>
            </a:r>
          </a:p>
          <a:p>
            <a:pPr marL="0" indent="0">
              <a:buNone/>
            </a:pPr>
            <a:r>
              <a:rPr lang="en-US" dirty="0"/>
              <a:t>	Reg No			:		2180209</a:t>
            </a:r>
          </a:p>
          <a:p>
            <a:pPr marL="0" indent="0">
              <a:buNone/>
            </a:pPr>
            <a:r>
              <a:rPr lang="en-US" dirty="0"/>
              <a:t>	Section			:		BSSE-4A</a:t>
            </a:r>
          </a:p>
          <a:p>
            <a:pPr marL="0" indent="0">
              <a:buNone/>
            </a:pPr>
            <a:r>
              <a:rPr lang="en-US" dirty="0"/>
              <a:t>	Submitted to	:		</a:t>
            </a:r>
            <a:r>
              <a:rPr lang="en-US" dirty="0" err="1"/>
              <a:t>Sir.Sheikh</a:t>
            </a:r>
            <a:r>
              <a:rPr lang="en-US" dirty="0"/>
              <a:t> Badar</a:t>
            </a:r>
          </a:p>
        </p:txBody>
      </p:sp>
    </p:spTree>
    <p:extLst>
      <p:ext uri="{BB962C8B-B14F-4D97-AF65-F5344CB8AC3E}">
        <p14:creationId xmlns:p14="http://schemas.microsoft.com/office/powerpoint/2010/main" val="807578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9284-82B4-6157-9735-48E1244A4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891" y="833120"/>
            <a:ext cx="3849483" cy="1129029"/>
          </a:xfrm>
        </p:spPr>
        <p:txBody>
          <a:bodyPr/>
          <a:lstStyle/>
          <a:p>
            <a:pPr algn="ctr"/>
            <a:r>
              <a:rPr lang="en-US" sz="3200" dirty="0"/>
              <a:t>VM Workstation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C1CC75-A9CD-6655-9BD8-D111847CE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9A7556-2B99-0F44-7E98-18FDFA61A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1926273"/>
            <a:ext cx="3676650" cy="3615054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First of all open google chrome,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Then Search for VM workstation.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Then click on Download Now if you want to download it for windows then click on Windows version and if you want it for Linux then click on Linux version.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B6386-7622-10C1-4A4E-D5DC83147908}"/>
              </a:ext>
            </a:extLst>
          </p:cNvPr>
          <p:cNvSpPr/>
          <p:nvPr/>
        </p:nvSpPr>
        <p:spPr>
          <a:xfrm>
            <a:off x="5105401" y="1228725"/>
            <a:ext cx="6629400" cy="470534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8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58C0D-69CF-1914-A3A1-CE52978B3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Installing VM workstation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58655-AB8B-47B6-33C5-0982879BE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CF434F1-E2A9-D453-9EAA-1F9C48A1A7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826" y="3179763"/>
            <a:ext cx="3446161" cy="2840037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9B8E91-E77D-E51B-BC07-861B48044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8D75A2E-A171-4FC1-C8CA-7B7640AD554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522" y="3179763"/>
            <a:ext cx="3856793" cy="2840037"/>
          </a:xfrm>
        </p:spPr>
      </p:pic>
    </p:spTree>
    <p:extLst>
      <p:ext uri="{BB962C8B-B14F-4D97-AF65-F5344CB8AC3E}">
        <p14:creationId xmlns:p14="http://schemas.microsoft.com/office/powerpoint/2010/main" val="2626219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A5A9-A4BF-97AC-0EAE-1E1A9B16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Installed Successfully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0EB404-EC91-ED25-9A5A-87DFD19C4F0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511" y="2603500"/>
            <a:ext cx="3850791" cy="341630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1BADB1-250A-283B-3C6E-040CC57226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2680374"/>
            <a:ext cx="4824412" cy="3262551"/>
          </a:xfrm>
        </p:spPr>
      </p:pic>
    </p:spTree>
    <p:extLst>
      <p:ext uri="{BB962C8B-B14F-4D97-AF65-F5344CB8AC3E}">
        <p14:creationId xmlns:p14="http://schemas.microsoft.com/office/powerpoint/2010/main" val="259664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9B2B-CA47-3053-5D51-7EFFD7783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647700"/>
            <a:ext cx="2793158" cy="657225"/>
          </a:xfrm>
        </p:spPr>
        <p:txBody>
          <a:bodyPr/>
          <a:lstStyle/>
          <a:p>
            <a:pPr algn="ctr"/>
            <a:r>
              <a:rPr lang="en-US" sz="3200" dirty="0"/>
              <a:t>Ubuntu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8C4350-FA37-253B-EF36-30CDF6B05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300" y="1390650"/>
            <a:ext cx="6791325" cy="42005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12CC4-4037-677F-C264-5BD9B16D7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3" y="1524000"/>
            <a:ext cx="2893171" cy="3609975"/>
          </a:xfrm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</a:rPr>
              <a:t>First of all open google chrome,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Then Search for  Ubuntu.    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Then download the latest version of Ubuntu.</a:t>
            </a:r>
          </a:p>
          <a:p>
            <a:r>
              <a:rPr lang="en-US" sz="1800" dirty="0">
                <a:solidFill>
                  <a:schemeClr val="bg1"/>
                </a:solidFill>
              </a:rPr>
              <a:t>Click on Download button and its </a:t>
            </a:r>
            <a:r>
              <a:rPr lang="en-US" sz="1800">
                <a:solidFill>
                  <a:schemeClr val="bg1"/>
                </a:solidFill>
              </a:rPr>
              <a:t>start downloading.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03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3EE2-BEE7-05F7-0488-975C03EF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Link Ubuntu and VM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FD7A07-74DB-4838-F9BC-3DE1519AC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631" y="2603500"/>
            <a:ext cx="6079051" cy="3416300"/>
          </a:xfrm>
        </p:spPr>
      </p:pic>
    </p:spTree>
    <p:extLst>
      <p:ext uri="{BB962C8B-B14F-4D97-AF65-F5344CB8AC3E}">
        <p14:creationId xmlns:p14="http://schemas.microsoft.com/office/powerpoint/2010/main" val="1019934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E8C92-0C8B-9FD4-B17A-81F86CB64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30960"/>
            <a:ext cx="8825658" cy="2550159"/>
          </a:xfrm>
        </p:spPr>
        <p:txBody>
          <a:bodyPr/>
          <a:lstStyle/>
          <a:p>
            <a:pPr algn="ctr"/>
            <a:r>
              <a:rPr lang="en-US" dirty="0"/>
              <a:t>Successfully Setup Virtual Box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8E07B9-7F69-4F0F-278C-5D6787A10B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467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93</TotalTime>
  <Words>139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Operating System(LAB)</vt:lpstr>
      <vt:lpstr>VM Workstation </vt:lpstr>
      <vt:lpstr>Installing VM workstation</vt:lpstr>
      <vt:lpstr>Installed Successfully</vt:lpstr>
      <vt:lpstr>Ubuntu</vt:lpstr>
      <vt:lpstr>Link Ubuntu and VM</vt:lpstr>
      <vt:lpstr>Successfully Setup Virtual Box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System(LAB)</dc:title>
  <dc:creator>923180630823</dc:creator>
  <cp:lastModifiedBy>923180630823</cp:lastModifiedBy>
  <cp:revision>3</cp:revision>
  <dcterms:created xsi:type="dcterms:W3CDTF">2023-09-22T16:17:37Z</dcterms:created>
  <dcterms:modified xsi:type="dcterms:W3CDTF">2023-09-22T20:36:03Z</dcterms:modified>
</cp:coreProperties>
</file>